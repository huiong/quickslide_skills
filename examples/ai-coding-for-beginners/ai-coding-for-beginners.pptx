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39d63c8d3425d" /><Relationship Type="http://schemas.openxmlformats.org/officeDocument/2006/relationships/extended-properties" Target="/docProps/app.xml" Id="Rf632308c027645e9" /><Relationship Type="http://schemas.openxmlformats.org/officeDocument/2006/relationships/officeDocument" Target="/ppt/presentation.xml" Id="R4b90054cecbe46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64204c46994553"/>
  </p:sldMasterIdLst>
  <p:notesMasterIdLst>
    <p:notesMasterId xmlns:r="http://schemas.openxmlformats.org/officeDocument/2006/relationships" r:id="Raad2f20198104649"/>
  </p:notesMasterIdLst>
  <p:sldIdLst>
    <p:sldId xmlns:r="http://schemas.openxmlformats.org/officeDocument/2006/relationships" id="256" r:id="R33d2f48c269849ca"/>
    <p:sldId xmlns:r="http://schemas.openxmlformats.org/officeDocument/2006/relationships" id="257" r:id="Rfb7cffbc03804f81"/>
    <p:sldId xmlns:r="http://schemas.openxmlformats.org/officeDocument/2006/relationships" id="258" r:id="Ree6c65f331924cf0"/>
    <p:sldId xmlns:r="http://schemas.openxmlformats.org/officeDocument/2006/relationships" id="259" r:id="R13169ac42c584739"/>
    <p:sldId xmlns:r="http://schemas.openxmlformats.org/officeDocument/2006/relationships" id="260" r:id="R4b563f36909646e0"/>
    <p:sldId xmlns:r="http://schemas.openxmlformats.org/officeDocument/2006/relationships" id="261" r:id="R33a3cc7c0fd24bd6"/>
    <p:sldId xmlns:r="http://schemas.openxmlformats.org/officeDocument/2006/relationships" id="262" r:id="R12cd60f44b804a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4204c46994553" /><Relationship Type="http://schemas.openxmlformats.org/officeDocument/2006/relationships/theme" Target="/ppt/theme/theme1.xml" Id="R5666e15b3a094fc8" /><Relationship Type="http://schemas.openxmlformats.org/officeDocument/2006/relationships/notesMaster" Target="/ppt/notesMasters/notesMaster1.xml" Id="Raad2f20198104649" /><Relationship Type="http://schemas.openxmlformats.org/officeDocument/2006/relationships/presProps" Target="/ppt/presProps.xml" Id="R8e05bdeeb9c942f3" /><Relationship Type="http://schemas.openxmlformats.org/officeDocument/2006/relationships/viewProps" Target="/ppt/viewProps.xml" Id="R82a3b6d0a3994831" /><Relationship Type="http://schemas.openxmlformats.org/officeDocument/2006/relationships/tableStyles" Target="/ppt/tableStyles.xml" Id="Rd2c73b5e09c64871" /><Relationship Type="http://schemas.openxmlformats.org/officeDocument/2006/relationships/slide" Target="/ppt/slides/slide1.xml" Id="R33d2f48c269849ca" /><Relationship Type="http://schemas.openxmlformats.org/officeDocument/2006/relationships/slide" Target="/ppt/slides/slide2.xml" Id="Rfb7cffbc03804f81" /><Relationship Type="http://schemas.openxmlformats.org/officeDocument/2006/relationships/slide" Target="/ppt/slides/slide3.xml" Id="Ree6c65f331924cf0" /><Relationship Type="http://schemas.openxmlformats.org/officeDocument/2006/relationships/slide" Target="/ppt/slides/slide4.xml" Id="R13169ac42c584739" /><Relationship Type="http://schemas.openxmlformats.org/officeDocument/2006/relationships/slide" Target="/ppt/slides/slide5.xml" Id="R4b563f36909646e0" /><Relationship Type="http://schemas.openxmlformats.org/officeDocument/2006/relationships/slide" Target="/ppt/slides/slide6.xml" Id="R33a3cc7c0fd24bd6" /><Relationship Type="http://schemas.openxmlformats.org/officeDocument/2006/relationships/slide" Target="/ppt/slides/slide7.xml" Id="R12cd60f44b80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447eb40499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43b669a6854f15" /><Relationship Type="http://schemas.openxmlformats.org/officeDocument/2006/relationships/notesMaster" Target="/ppt/notesMasters/notesMaster1.xml" Id="Rc88ebbd336d1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fb0d55dbe4343" /><Relationship Type="http://schemas.openxmlformats.org/officeDocument/2006/relationships/notesMaster" Target="/ppt/notesMasters/notesMaster1.xml" Id="R4d11a11762db40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ebd2181ff4a12" /><Relationship Type="http://schemas.openxmlformats.org/officeDocument/2006/relationships/notesMaster" Target="/ppt/notesMasters/notesMaster1.xml" Id="R3a79391daf8c4c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9a7c1ca454240" /><Relationship Type="http://schemas.openxmlformats.org/officeDocument/2006/relationships/notesMaster" Target="/ppt/notesMasters/notesMaster1.xml" Id="Rc690af962325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f58a83ffe64095" /><Relationship Type="http://schemas.openxmlformats.org/officeDocument/2006/relationships/notesMaster" Target="/ppt/notesMasters/notesMaster1.xml" Id="Rcf9c4e8cb49f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f96c352f34e42" /><Relationship Type="http://schemas.openxmlformats.org/officeDocument/2006/relationships/notesMaster" Target="/ppt/notesMasters/notesMaster1.xml" Id="R3f07023bb8c54a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975ef1c6b84f98" /><Relationship Type="http://schemas.openxmlformats.org/officeDocument/2006/relationships/notesMaster" Target="/ppt/notesMasters/notesMaster1.xml" Id="R7493d140354f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d0ec8f4084f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0c752af75c46d8" /><Relationship Type="http://schemas.openxmlformats.org/officeDocument/2006/relationships/slideLayout" Target="/ppt/slideLayouts/slideLayout2.xml" Id="Rc5e471db004546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e471db0045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1dcbb196d242e8" /><Relationship Type="http://schemas.openxmlformats.org/officeDocument/2006/relationships/notesSlide" Target="/ppt/notesSlides/notesSlide1.xml" Id="R1bb57584879e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a7b6d9f7e4880" /><Relationship Type="http://schemas.openxmlformats.org/officeDocument/2006/relationships/notesSlide" Target="/ppt/notesSlides/notesSlide2.xml" Id="Rdc49fb570eb7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b9e9d99874994" /><Relationship Type="http://schemas.openxmlformats.org/officeDocument/2006/relationships/notesSlide" Target="/ppt/notesSlides/notesSlide3.xml" Id="R07b2c1299fdc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762b341084f6c" /><Relationship Type="http://schemas.openxmlformats.org/officeDocument/2006/relationships/notesSlide" Target="/ppt/notesSlides/notesSlide4.xml" Id="R73155eadf8a7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bf45c6b624cf1" /><Relationship Type="http://schemas.openxmlformats.org/officeDocument/2006/relationships/notesSlide" Target="/ppt/notesSlides/notesSlide5.xml" Id="Rc2aea48d9f4f4a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325f145274590" /><Relationship Type="http://schemas.openxmlformats.org/officeDocument/2006/relationships/notesSlide" Target="/ppt/notesSlides/notesSlide6.xml" Id="R2c1ea77a506b4a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f37bb54ce4de4" /><Relationship Type="http://schemas.openxmlformats.org/officeDocument/2006/relationships/notesSlide" Target="/ppt/notesSlides/notesSlide7.xml" Id="R15997ea8c88945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60F405-4B3B-4EC6-9075-5FD5254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1046B-675A-434C-AF32-6BFA2291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735A6-3D74-438F-A6EE-AFC2C80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1133C-4A8D-4885-8522-60A3766D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81BA0-9A65-4BCD-8344-A8D9A9E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89284-DBC4-49CC-9DF4-9383CF53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548E9-52C2-4FBA-B898-DB46D26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C1C2E-0E13-4AB6-862A-64285DCC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BEA57-B160-49B7-ACC7-9D6C0E1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81D41-A806-4457-BD5F-8C3CC21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988A5-60E5-4E9F-8238-25730A8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389DB-CCFB-425D-805E-C462651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BEGINNER MINDSET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9CC92-59CE-4F90-8B0E-A751977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AI coding gets easier when you brief the collaborator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7427A-DA0C-43D6-BB7D-F2DA239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 compact guide for using tools like Codex or Claude Code with confidence, context, and a little creative courage.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281DF-6BDC-4BDF-AD24-1F6DFBB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323" y="1343025"/>
            <a:ext cx="1928813" cy="1440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0995A-0B92-403A-BD1C-E9BD819E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1085850"/>
            <a:ext cx="1054418" cy="4371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03647-4F53-4952-AA69-C06952C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803" y="188309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24E39-FE0E-4C1B-B7D2-DB729A5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198" y="188309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EDAEC-EAFB-407C-8DF8-8DE1273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565" y="2268855"/>
            <a:ext cx="720090" cy="514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F0A77-0C6C-4CF1-BE47-36F4E547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5963"/>
            <a:ext cx="43719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C9560-3FFB-4FE0-8520-3714D30D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35" y="1985963"/>
            <a:ext cx="43719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86422-50CB-49FE-9AD1-1DEE69D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2808923"/>
            <a:ext cx="257175" cy="48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83999-A920-48C3-A531-394D70CD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2808923"/>
            <a:ext cx="257175" cy="488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77050-ED3C-41B5-AD39-99E9316B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C8041-63CA-494F-AA59-366B0D0B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Tell me the mission first.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AED36-ECE0-4243-84B5-BD220F14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6FC8E-F1DC-4D9C-B657-8B4739ED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less guessing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8B666-F271-4431-8778-BA74D57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1E682-9F11-4D52-8D2C-65729B03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290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better questions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343A8-52E3-4EE2-B706-9926E50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528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CE7284-3060-4693-905C-318A9BB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safer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E5E4B-9E82-459E-8B9B-A0C1CE1C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Today’s simple habit: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6EFF0-4177-4D78-ACB3-6E7FF19E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Before asking for code or slides, explain who you are, what you are trying to do, and what “good” should look like.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1711E7C1-954E-4731-98FF-65B2FC5F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5492C-4746-44DD-91DF-29E47A79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21CA10-7FF2-46A9-B829-0DF76BF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87135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02C4E-C654-46B5-8477-90D287E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420B9-DB0A-4624-ADAE-7B433C26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1508A-4A2B-41CC-97BC-2D49D90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7367E-151A-4778-B520-56929CE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47500-12DB-4E08-8FEA-0A2ADE5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B53AA-C161-4B1B-8021-222D6213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36A3E-5CB3-4878-BF1D-10CDB6A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EB896-3AFF-4E7A-9C5C-35C198B0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A1B2C-A6D0-4EDD-B7D8-D5C367B5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750EB-6417-4D60-AD4E-6B83B3BE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E446-EA71-4EC0-B2A3-C8A0C7F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C5D77-E689-46D7-9759-8E75885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CA77D-5857-43DE-85CC-0BF392A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Start with identity, intention, and finish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4D7E8-E9BE-4061-A4D5-9725E30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857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9284F-4F1F-4921-8C16-1D1CA565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Weak first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EF241-8E87-46F7-8AC7-3189DA5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“Build me an app.”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FFC61-97EC-4934-A9B8-4312CFC3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The AI has to guess the user, goal, data, tradeoffs, taste, and definition of done.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76A77-24C8-4847-8D4C-CE95B58C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7FCE2-C5AD-407F-802E-FD2BA6C7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963B2-A54C-4985-BDEE-9F5C979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857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2"/>
          </a:solidFill>
          <a:ln xmlns:a="http://schemas.openxmlformats.org/drawingml/2006/main" w="9525">
            <a:solidFill>
              <a:srgbClr val="2331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A1248-85C2-4184-8BC1-643CB88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Stronger first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18A38-845B-4C74-B187-ACE7F4BA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“I’m a beginner building a small internal tracker for my team. The goal is to learn and share a simple demo. Please keep it readable, explain choices, and ask me what context you need before coding.”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74761-C52A-419C-BC14-1EA31534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76750"/>
            <a:ext cx="394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3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3DF"/>
                </a:solidFill>
                <a:latin typeface="Aptos"/>
                <a:ea typeface="Aptos"/>
                <a:cs typeface="Aptos"/>
              </a:rPr>
              <a:t>Why it works: the AI now knows your level, project intent, audience, quality bar, and collaboration style.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1E8E2-2806-4F43-B5AA-25600415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4CFCD-88D5-4B9F-87D0-9AB1522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2E6AA29A-4DA3-4C40-8393-8BCC412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7821E-8D02-4758-9036-4A0E3914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355D4-F92E-453C-9A1C-29400D5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6648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48807-53F3-4D14-A6D7-00F8ABC3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3E594-E53C-428C-A2EA-4328F67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534C0-59F8-49AC-964E-0C42A76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92808-8A4B-4497-BD63-964A565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14A54-FDCB-4FB9-9E7A-0DE6C9C3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A263-69E7-4ACE-91BD-6DE8414B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12D87-27AD-4E53-B1D3-A6A42836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D3FB-ADDB-4653-BE89-B1BF3542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85549-1584-4E40-BC34-81757217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24D71-80D8-44FB-8BEF-F91A90D7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3170F-414B-4782-9681-20F8257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22725-3877-44B3-B018-4F860C0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E64F-5EF6-4783-85D7-AB8D50A7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Ask the AI to ask you five important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3A49A-9484-411A-9657-F30D21A1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This is the beginner cheat move. You do not need to know everything yet; you just need the AI to help you discover the missing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698E8-6781-4604-A8E6-E800935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428875" cy="242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9F7AA-6F26-49A2-AF50-DB269DF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1581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Ask me</a:t>
            </a:r>
          </a:p>
          <a:p xmlns:a="http://schemas.openxmlformats.org/drawingml/2006/main">
            <a:pPr algn="ctr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5 questions</a:t>
            </a:r>
          </a:p>
          <a:p xmlns:a="http://schemas.openxmlformats.org/drawingml/2006/main">
            <a:pPr algn="ctr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AD88D-759C-4A7E-8A13-A2430005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A62C8-FA1A-4AF6-9683-120A1C3B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43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20C9A-735E-490D-BEF3-EB8D39F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EEC80-5F69-47AD-8C89-EC32B47D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Who will use this?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E2A0B-5D8C-4B1F-A4F0-6705629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Clarifies audience and skill level.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F894A-0ECC-40BF-B6F0-C2B027F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7996F-E15B-4DE3-93EC-996421C6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14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6F9CC-05D0-4489-AB84-D2D5D99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3A9CB-6B8E-4DB2-A0FD-65DFF03B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is success?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9CC6D-671A-4976-AF37-E32CE1F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528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Turns vague goals into a finish 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02AE7-C779-4C9E-96B1-B9226A37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C2F02-F28C-41A0-8A92-A1E350A1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86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B25F8-0294-495D-A170-5B08F41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72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1708D-9B59-4950-B965-483AB91A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3865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constraints matter?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D33F7-E962-482A-A5B0-C80E56D6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244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Time, tools, style, security, budget.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C3A74-E39A-43A1-9FB5-9CA0FD8C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530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4494DD-5923-4706-8DB7-E8863AC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34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06409-C320-43DC-99B8-637FA88E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19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A55363-F541-4B62-B4FF-03C879A9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86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Examples to follow?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A367E-DB8E-4E93-AD12-470BAD37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72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Gives taste and structure.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BE028D-EFF3-4FD3-AB07-6A7B805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B1BC1-3624-4F20-A7D1-1E30DCF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9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C55675-877F-4824-BAC7-0D6F67D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19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703D93-B8C9-490D-A2D3-663DD94B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86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Anything to avoid?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1EDDDA-3ACE-4F94-BAA1-185AA41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Prevents risky or unwanted output.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0AADC9D6-7B47-4E4F-81C2-3215B505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3AB84C-FEC8-4A4B-ABFE-1B0D9009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2F6979-5744-40CA-A4A6-615A8F10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8873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8DEA7-CBA0-47EB-9FD0-C247EAA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90D7-2C23-405D-ADA1-37AE1C61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70428-F79E-48EC-9E81-CAB6FBC5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D1108-3101-45D3-923B-18CF6FA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A5A7B-82C2-4EAE-B46B-67CF8AD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D403E-AE10-4B6F-954B-7DE3A54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59E5A-AC54-4BF7-A9F3-6FD7872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48C26-C788-4F0E-846B-ECFC8767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3B55-8D83-4D00-970C-30714A99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D338B-6B2D-4C1B-87B2-543ED069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FE3D1-B92D-40CD-AE97-8BDC1D7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5910D-0FB5-450D-A12A-F860227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D77C6-8706-4972-A319-A8A4A49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0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Give the AI a context pack, not a mystery box.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025F6-C7EF-4759-AB36-7A1086A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200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2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A932E-3E1F-4E76-BB74-D3667DC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476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904FB-E77A-47DF-A170-029005E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1E10-8C75-4834-84FE-67045FF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423DA-3535-457F-864F-2EF4B1A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37992-BD08-4D14-A3C1-7EF89C2C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Your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92231-C599-4E68-A75F-AF67E28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I am new / PM / analyst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29929-CCA1-4CF4-BB87-FCC443CD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A7C00-B572-467A-8226-A2BBEC8D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CFB26-97F1-44B4-AFAF-B372A78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Project goal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D0F66-49EC-4F6A-825B-F53F78D4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What are we trying to make?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58BDB-CF59-489D-ABF6-F94518B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FC51E-8F00-4571-A486-853282D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8B69D-5DF5-486A-90D2-9E746A9D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Files or links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F07E6-A8C2-419E-BEB9-CA55701F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Code, notes, screenshots, 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76361-12DA-41E1-BA07-D2A2FDC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0F3BE-FC52-4632-90CA-4A5CA233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5CDC9-44D2-4C26-B1FA-A8BB63AB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2692B-5AE5-428B-8052-0FADB49D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578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Deadline, tools, privacy, style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55A81-6636-4D9F-BE6B-106775A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2B604-4278-4072-A3EB-437A652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3D5E99-67B0-4E5C-A552-4B54553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482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465E94-3E49-4B05-8BE8-F7D5BBD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5FDA81-E3B1-4799-853C-21F410E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53100"/>
            <a:ext cx="788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Useful context does not need to be perfect. It needs to be visible.</a:t>
            </a:r>
          </a:p>
        </p:txBody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E0562162-EFDC-4D6B-BF27-2AAC2549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82B5FB-C91D-4727-8CE3-CE69C08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D924B-3A01-4DAD-99CD-C1B414E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6429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FBFAE-4384-4B02-82A4-1EA6224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63CAF-D7B0-4DF7-A4C9-BD6E1D8B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8A16D-9264-4D42-BA97-0A2F48D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33C4-42E6-40DF-88BE-DF059CF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EA0AA-B491-4E11-A570-84B01D61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F58BA-1434-4B2D-88B9-554DD69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1B0C8-BA3C-4150-97E1-7EA5F01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2E1E3-A273-42D5-AB89-911D7F90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02BC5-65FD-4ED1-A3BD-0A70EC7E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313B1-734E-4043-B961-42716BF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830B0-07C8-41E7-8B5B-F4DD7214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2A04D-EEDD-4577-BAF3-27A6C65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E2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2EA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40654-EDF0-4971-8BBC-1BBF7225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Prompt, skill, and agent are three different levels of help.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DFCFA-B9B9-43BE-8ECA-9D2066A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3DF"/>
                </a:solidFill>
                <a:latin typeface="Aptos"/>
                <a:ea typeface="Aptos"/>
                <a:cs typeface="Aptos"/>
              </a:rPr>
              <a:t>Think of them as: ask once, reuse a method, or delegate a small 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5EFAF-F888-40B5-B52E-1A278DB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2EEE3-B42B-4D86-ADB4-7C5BC05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F0B40-96AF-4BBA-8D2E-E0E6844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C6D33-F9AD-48EA-A196-06E918A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DD6DA-EED3-42D6-A030-C36A1C7D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 one-time instruction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98956-E439-436A-A864-49DF6B22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Use it when the task is simple or new.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CBD19-F93D-4BF3-B4CB-DC8F5FC0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47B8A-79E3-477D-B093-ED6D0D0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“Draft a weekly update from these notes.”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594F4-7695-4870-B7C3-C126800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F7F46-37AE-4031-86FA-688E73E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FF1D3-3146-465A-BBC8-8257A64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7676B-99DF-4D11-AC28-E5E5A88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Skill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8AF4A-C796-45A4-9032-902198E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 reusable playbook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B74266-7AA2-4ED4-8183-8493926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Use it when you want Codex to follow a repeatable workflow or standard.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D9347-C9F7-47CB-B89E-44C5FBDB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802D7-2BCF-4093-915F-DD1363B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“Use $slide-storyteller for this deck.”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7DBD4-6BA3-4FEF-B16C-751AC1AB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54614-6BE8-46F0-AB21-8F5CB5C3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A3771-239F-4AC5-BD82-AF76B11C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67A3C-EED3-4E1B-965B-209DA8C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B4E3C-EB0B-434F-8193-0F512F6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 helper that can work through 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6B10D6-168C-4B1D-904B-DF575C2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Use it when the job needs planning, file edits, testing, or tool use.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F8DB4-DCA9-4C4D-8598-E686372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74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FB10E-FF0C-400A-8401-58C9DCC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“Fix this bug, run tests, and report what changed.”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E66DEFBE-1FFE-4B79-A1A5-D9998045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C8FAFF-886D-4BB0-A4C9-A01894B3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BCC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BCC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5384C1-BCF5-4062-9130-4389B031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E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E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2587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C581D-90A3-439D-B0A8-B1C1866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B90D5-9C0E-4580-9AA8-374FD92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1D724-6366-46C1-BDCF-C20080F0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FA2E0-5244-4EC5-B947-7BEA7CF4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EB93D-FD96-473D-8123-2ADDFA4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82A8F-9ECD-4BA7-A958-0F0CE50A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0EB23-6294-4405-86BA-52D6511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726F6-B627-4205-90BF-60FD95F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D4A72-F7AC-42D3-A3EA-D9D455E2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34487-4440-40EA-B200-2540844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28866-4356-4AAE-90F0-9D42B157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6AC59-2799-40F5-A252-FF32B2E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PRACTICE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CFDA5-25F0-486A-9BDE-B50CA47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calm loop beats one giant perfect prompt.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1096C-B608-4B79-9C7E-D969914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The goal is not to sound clever. Keep the work observable and steerable.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AB826-4FE8-4200-A2AA-A629356D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0225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B64A7-76D5-456F-A799-06A4C78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97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059C4-02D1-48D1-9E86-A044C40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288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54713-BDCA-4F4A-A8CA-F4E4D48E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43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F2750-5ED6-44E9-A75F-7D856ED9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027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Who you are +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2516D-9668-4F05-BD00-ABC304A0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680" y="3017823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F7FD9-8F88-41FA-A419-9C9ECB0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555" y="318927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2C418-778D-4E0A-936B-99347A9E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805" y="3246423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621B-E932-4C56-B110-8BE105B4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080" y="3160698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EFBDA-2C21-4CDC-8635-AC42148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080" y="3417873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Ask for 5 questions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50D96-A57A-4779-B586-241B199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551" y="4987939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AF780-B958-42DE-9DB4-9BE26781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426" y="51593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2F830-F038-43DA-8D78-471C7AB2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676" y="5216539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69A57-AFE6-4556-9DDE-2E31B23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951" y="5130814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1EBF5-CA00-46F8-B1FE-D85079C0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951" y="5387989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Pick a tiny first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019553-D7F3-4E4C-A27E-944049F1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49" y="4987939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63C91-A8B2-4CDA-A9D6-0B7072F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924" y="51593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D2930-FC57-4E91-92AE-54D06888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174" y="5216539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BAE30-8587-401B-9DD1-3BE71AB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449" y="5130814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2B552-BDBD-4C22-BC8E-8E1B6506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449" y="5387989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Read, run, test, compare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1EFE80-917E-4085-9A0F-F9F595D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920" y="3017823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6FC7B-D2C8-4DB1-927E-E7809DA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795" y="318927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A07E4-A1E9-46A9-995D-8A8A0A3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045" y="3246423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37FBBF-C1A1-4C9D-B229-92451995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320" y="3160698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Iterate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2BF53E-386E-4D6C-BE42-09B777E1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320" y="3417873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Ask for fixes or options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166468-E178-48ED-9425-66564C35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821692-5C7F-4A68-AA80-00146B7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028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Small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70D109-675C-42BF-970B-C668D9A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Beginner guardrails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6BFEB-5E27-45DD-8729-694E3CF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Do not paste secrets. Do not accept code you cannot explain. Ask for a plan before risky changes.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7711A9E6-62DF-4B64-9BBF-BE673505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0843D1-C2D5-4968-ABF4-C8AC0AC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56E48E-9535-4AEB-AE44-B0FD465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8904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D0DC03-F3C8-476B-947D-FE34BA14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21C66-979A-451A-B614-60F70BA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6989-4386-4CCF-97AE-5A1FD32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49540-1B52-4948-B62E-487A84B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592C-9447-4083-AA70-62458C6A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3089A-5985-4834-83B4-73DDE65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E50A-BF9C-496A-8AA5-6EA09DD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759B3-E6A5-413A-8F17-B5736CF7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E84A4-9C31-4FB6-8A81-712EFBA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485DD-1377-4D4B-ABA3-9358B010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C8183-633E-4E02-B6CB-30131DC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5625A-6B04-444C-82DA-C51BA58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COPY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F2CC7-201C-4DA5-8FFA-3CA0957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When you are stuck, start with this script.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69345-5E16-4746-8CF1-963D32F9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858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2"/>
          </a:solidFill>
          <a:ln xmlns:a="http://schemas.openxmlformats.org/drawingml/2006/main" w="9525">
            <a:solidFill>
              <a:srgbClr val="2331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16CA0-B3FA-414D-91C0-F38EC84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BEGINNER STARTER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C5AAE-EC17-46AE-8301-4DCF27E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600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 am new to using coding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 am trying to [describe the project] for [audience/user].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My intention is [learn / build / explain / fix / explore].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Before giving me a solution, please ask me five important questions to understand the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After I answer, propose a small first step, explain your plan simply, and tell me what I should check.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96420-51E1-449D-899D-C8F2AE7D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613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8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39FBD-8E30-437C-A340-72B60E1D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3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3DF"/>
                </a:solidFill>
                <a:latin typeface="Aptos"/>
                <a:ea typeface="Aptos"/>
                <a:cs typeface="Aptos"/>
              </a:rPr>
              <a:t>Replace the bracketed parts. Keep the five-question request.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AE165-9D8C-4AD9-ADD3-7A36A73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61828-C1C9-4D8B-968B-525B624C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593D1-FA2A-40F9-B0D8-15B7001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Make it personal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95DDD-8856-4C10-A988-3E04B3D1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Your role and confidence level matter.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2E3DB-C4F8-49C7-927A-8350248E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55F09-CE95-4E46-AEED-A27F0C3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DAF55-B5F9-4B24-90EB-A16E5531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Make it bounded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9847C-931F-437F-95F1-7B80041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Tiny first tasks are easier to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EE3FD-B003-43F7-B181-0C16B76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9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956A2-A0EF-4DCC-9CDE-2D5B9CD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2158D-7A70-4ADC-8F2C-B196218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Make it inspectable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343B7C-8E92-4312-A3F1-545EF924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Ask what to check before trusting output.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D2E514-51BA-422D-9EA5-FE29B3A2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626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Better AI work begins with better shared context.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7AFC4B49-DB05-438C-9CDD-E07A698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496350-9FED-4DB8-BD5C-F3B49292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580"/>
                </a:solidFill>
                <a:latin typeface="Aptos"/>
                <a:ea typeface="Aptos"/>
                <a:cs typeface="Aptos"/>
              </a:rPr>
              <a:t>AI coding for beginners | self-learning deck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BC46E9-2242-4903-BAB3-E68C8F7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5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176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2026-05-14T16:06:50.8130000Z</dcterms:created>
  <dcterms:modified xsi:type="dcterms:W3CDTF">2026-05-14T16:06:50.8130000Z</dcterms:modified>
</coreProperties>
</file>